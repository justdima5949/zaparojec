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4ED10D-2F21-48E2-A37E-5232D418B0E9}">
  <a:tblStyle styleId="{184ED10D-2F21-48E2-A37E-5232D418B0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94047" y="2152650"/>
            <a:ext cx="8803756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Эрудит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-тренажер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903660" y="3173610"/>
            <a:ext cx="838453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РАЗРАБОТКА ИНТЕЛЛЕКТУАЛЬНОЙ СИСТЕМЫ ОБУЧЕНИЯ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601" y="3981301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903660" y="4209901"/>
            <a:ext cx="83845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Курсовая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работа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• 202</a:t>
            </a:r>
            <a:r>
              <a:rPr lang="ru-RU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6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Выполнил </a:t>
            </a:r>
            <a:r>
              <a:rPr lang="ru-RU" sz="1500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Дацук</a:t>
            </a:r>
            <a:r>
              <a:rPr lang="ru-RU" sz="1500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Д.А.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ИСП 3-27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975"/>
            <a:ext cx="5286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66975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34099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Когнитивное развитие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924300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Стимуляция нейронных связей через решение лингвистических задач и логический анализ обратной связи.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340995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Геймификация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3924300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Повышение вовлеченности в процесс обучения за счет игровой механики и соревновательного элемента.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8003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Актуальность проекта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032641" y="1619250"/>
            <a:ext cx="4459342" cy="3619500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</p:spPr>
      </p:pic>
      <p:sp>
        <p:nvSpPr>
          <p:cNvPr id="111" name="Google Shape;111;p15"/>
          <p:cNvSpPr txBox="1"/>
          <p:nvPr/>
        </p:nvSpPr>
        <p:spPr>
          <a:xfrm>
            <a:off x="436959" y="5253037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Wordle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662612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Золотой стандарт механики угадывания слов.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104334" y="5253037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Spelling Bee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238875" y="5662612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Фокус на составлении слов из набора букв.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Анализ существующих решений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2" name="Picture 8" descr="Today's NYT Spelling Bee Answers For August 30 - Fossbytes">
            <a:extLst>
              <a:ext uri="{FF2B5EF4-FFF2-40B4-BE49-F238E27FC236}">
                <a16:creationId xmlns:a16="http://schemas.microsoft.com/office/drawing/2014/main" id="{4EFABD31-C964-71A1-A4A4-CF0F403D6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334" y="1795975"/>
            <a:ext cx="5668664" cy="297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4575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4575"/>
            <a:ext cx="349254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66775" y="32575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Язык C#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37719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Строгая типизация, мощная работа со строками и высокая производительность платформы .NET.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5074" y="32575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Visual Studio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45074" y="37719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Лучшая IDE для разработки Windows-приложений с продвинутыми средствами отладки.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3374" y="32575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SQL / SQLite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23374" y="37719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Надежное хранение и мгновенная валидация тысяч лексических единиц.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479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479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479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Технологический стек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571500" y="412432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710630" y="40576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10733" y="37480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Старт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19576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Система выбирает случайное слово из БД.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583310" y="40576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383413" y="37480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Ввод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444180" y="419576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Пользователь вводит слово из 5 букв.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455991" y="40576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256094" y="37480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Анализ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16860" y="419576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Алгоритм проверяет совпадения и позиции.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10328671" y="40576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9128774" y="3748087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Результат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189541" y="419576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Цветовая индикация и обновление статистики.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Сценарий взаимодействия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59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955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22383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Presentation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Windows Forms/WPF интерфейс, событийная модель управления.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30861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Business Logic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Алгоритмы сравнения, управление состояниями игры.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39338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Data Access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SQL-запросы, загрузка словаря и ресурсов.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Архитектура приложения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1914525"/>
            <a:ext cx="666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619250" y="2295525"/>
            <a:ext cx="504393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КЛЮЧЕВЫХ СТАТУСА ПРОВЕРКИ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3438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143000" y="3629025"/>
            <a:ext cx="403041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Зеленый: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Буква на своем месте (Exact Match).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43148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143000" y="4505325"/>
            <a:ext cx="43395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Желтый: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Буква есть в слове, но позиция неверна.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51911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F3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143000" y="5381625"/>
            <a:ext cx="50821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Серый: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Буква полностью отсутствует в загаданном слове.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Логика цветовой индикации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0"/>
          <p:cNvGraphicFramePr/>
          <p:nvPr/>
        </p:nvGraphicFramePr>
        <p:xfrm>
          <a:off x="6334125" y="2657475"/>
          <a:ext cx="5286375" cy="2562250"/>
        </p:xfrm>
        <a:graphic>
          <a:graphicData uri="http://schemas.openxmlformats.org/drawingml/2006/table">
            <a:tbl>
              <a:tblPr firstRow="1" bandRow="1">
                <a:noFill/>
                <a:tableStyleId>{184ED10D-2F21-48E2-A37E-5232D418B0E9}</a:tableStyleId>
              </a:tblPr>
              <a:tblGrid>
                <a:gridCol w="229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Column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WordID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 (PK)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WordText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VARCHAR(5)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Length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Difficulty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5F5F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3" name="Google Shape;193;p20"/>
          <p:cNvSpPr/>
          <p:nvPr/>
        </p:nvSpPr>
        <p:spPr>
          <a:xfrm>
            <a:off x="6334125" y="3690937"/>
            <a:ext cx="2295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8629798" y="3690937"/>
            <a:ext cx="29907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334125" y="4195762"/>
            <a:ext cx="2295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8629798" y="4195762"/>
            <a:ext cx="29907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334125" y="4700587"/>
            <a:ext cx="2295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629798" y="4700587"/>
            <a:ext cx="29907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334125" y="5205412"/>
            <a:ext cx="229567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629798" y="5205412"/>
            <a:ext cx="299070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База данных SQL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6" name="Picture 8" descr="What is a Relational Database and Why Do You Need One? | InterSystems">
            <a:extLst>
              <a:ext uri="{FF2B5EF4-FFF2-40B4-BE49-F238E27FC236}">
                <a16:creationId xmlns:a16="http://schemas.microsoft.com/office/drawing/2014/main" id="{D344A01F-7C9C-15C4-29B5-CF6D33763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972293"/>
            <a:ext cx="4588955" cy="343728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762000" y="57150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Среда разработки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1314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Использование Microsoft Visual Studio позволило: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38200" y="18097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952500" y="18097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Реализовать модульную структуру проекта.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38200" y="2114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52500" y="21145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Проводить глубокую отладку циклов сравнения.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38200" y="2419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52500" y="24193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Интегрировать ресурсы (словари) напрямую в сборку.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38200" y="3028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52500" y="3028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Создать отзывчивый GUI через Designer.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71500" y="44338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*Уровень запоминания новых слов и вовлеченности в процесс обучения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Эффективность тренажера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59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857250" y="2433042"/>
            <a:ext cx="5000625" cy="292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«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Разработка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Эрудит-тренажера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подтвердила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целесообразность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использования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C# и SQL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создания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высокопроизводительных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лингвистических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инструментов</a:t>
            </a:r>
            <a:r>
              <a:rPr lang="en-US" sz="2400" b="0" i="1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.»</a:t>
            </a:r>
            <a:endParaRPr dirty="0"/>
          </a:p>
        </p:txBody>
      </p:sp>
      <p:sp>
        <p:nvSpPr>
          <p:cNvPr id="236" name="Google Shape;236;p23"/>
          <p:cNvSpPr/>
          <p:nvPr/>
        </p:nvSpPr>
        <p:spPr>
          <a:xfrm>
            <a:off x="571500" y="2433042"/>
            <a:ext cx="38100" cy="292536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955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Итоги разработки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0" y="3630810"/>
            <a:ext cx="28575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30810"/>
            <a:ext cx="285750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2895600" y="164589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ВОПРОСЫ?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048000" y="2788890"/>
            <a:ext cx="6096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Благодарю за внимание!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343275" y="4116585"/>
            <a:ext cx="226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Разработчик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ru-RU" sz="1500" dirty="0" err="1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Дацук</a:t>
            </a:r>
            <a:r>
              <a:rPr lang="ru-RU" sz="1500" dirty="0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Д.А.</a:t>
            </a:r>
            <a:endParaRPr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6581775" y="4116585"/>
            <a:ext cx="226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Стек: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Lato"/>
                <a:ea typeface="Lato"/>
                <a:cs typeface="Lato"/>
                <a:sym typeface="Lato"/>
              </a:rPr>
              <a:t> C# / VS / SQL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331</Words>
  <Application>Microsoft Office PowerPoint</Application>
  <PresentationFormat>Широкоэкранный</PresentationFormat>
  <Paragraphs>70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Urbanist</vt:lpstr>
      <vt:lpstr>Urbanist Medium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Dimasik MR</cp:lastModifiedBy>
  <cp:revision>3</cp:revision>
  <dcterms:modified xsi:type="dcterms:W3CDTF">2026-05-06T14:39:34Z</dcterms:modified>
</cp:coreProperties>
</file>